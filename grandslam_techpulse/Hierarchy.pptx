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4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4" d="100"/>
          <a:sy n="94" d="100"/>
        </p:scale>
        <p:origin x="-1464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interSettings" Target="printerSettings/printerSettings1.bin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B9A62D-A9B4-6E4F-BA47-2BDEC7016B10}" type="datetimeFigureOut">
              <a:rPr lang="en-US" smtClean="0"/>
              <a:t>5/22/14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D354F2-BE8C-4542-890F-3C0D20F3D1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95281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B9A62D-A9B4-6E4F-BA47-2BDEC7016B10}" type="datetimeFigureOut">
              <a:rPr lang="en-US" smtClean="0"/>
              <a:t>5/22/14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D354F2-BE8C-4542-890F-3C0D20F3D1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61249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B9A62D-A9B4-6E4F-BA47-2BDEC7016B10}" type="datetimeFigureOut">
              <a:rPr lang="en-US" smtClean="0"/>
              <a:t>5/22/14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D354F2-BE8C-4542-890F-3C0D20F3D1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44965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B9A62D-A9B4-6E4F-BA47-2BDEC7016B10}" type="datetimeFigureOut">
              <a:rPr lang="en-US" smtClean="0"/>
              <a:t>5/22/14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D354F2-BE8C-4542-890F-3C0D20F3D1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89405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B9A62D-A9B4-6E4F-BA47-2BDEC7016B10}" type="datetimeFigureOut">
              <a:rPr lang="en-US" smtClean="0"/>
              <a:t>5/22/14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D354F2-BE8C-4542-890F-3C0D20F3D1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10123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B9A62D-A9B4-6E4F-BA47-2BDEC7016B10}" type="datetimeFigureOut">
              <a:rPr lang="en-US" smtClean="0"/>
              <a:t>5/22/14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D354F2-BE8C-4542-890F-3C0D20F3D1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9860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B9A62D-A9B4-6E4F-BA47-2BDEC7016B10}" type="datetimeFigureOut">
              <a:rPr lang="en-US" smtClean="0"/>
              <a:t>5/22/14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D354F2-BE8C-4542-890F-3C0D20F3D1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83418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B9A62D-A9B4-6E4F-BA47-2BDEC7016B10}" type="datetimeFigureOut">
              <a:rPr lang="en-US" smtClean="0"/>
              <a:t>5/22/14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D354F2-BE8C-4542-890F-3C0D20F3D1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21124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B9A62D-A9B4-6E4F-BA47-2BDEC7016B10}" type="datetimeFigureOut">
              <a:rPr lang="en-US" smtClean="0"/>
              <a:t>5/22/14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D354F2-BE8C-4542-890F-3C0D20F3D1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9308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B9A62D-A9B4-6E4F-BA47-2BDEC7016B10}" type="datetimeFigureOut">
              <a:rPr lang="en-US" smtClean="0"/>
              <a:t>5/22/14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D354F2-BE8C-4542-890F-3C0D20F3D1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89671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B9A62D-A9B4-6E4F-BA47-2BDEC7016B10}" type="datetimeFigureOut">
              <a:rPr lang="en-US" smtClean="0"/>
              <a:t>5/22/14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D354F2-BE8C-4542-890F-3C0D20F3D1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77917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B9A62D-A9B4-6E4F-BA47-2BDEC7016B10}" type="datetimeFigureOut">
              <a:rPr lang="en-US" smtClean="0"/>
              <a:t>5/22/14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D354F2-BE8C-4542-890F-3C0D20F3D1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27635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2" name="Group 71"/>
          <p:cNvGrpSpPr/>
          <p:nvPr/>
        </p:nvGrpSpPr>
        <p:grpSpPr>
          <a:xfrm>
            <a:off x="107640" y="387426"/>
            <a:ext cx="8438958" cy="2854967"/>
            <a:chOff x="107640" y="387426"/>
            <a:chExt cx="8438958" cy="2854967"/>
          </a:xfrm>
        </p:grpSpPr>
        <p:sp>
          <p:nvSpPr>
            <p:cNvPr id="5" name="Oval 4"/>
            <p:cNvSpPr/>
            <p:nvPr/>
          </p:nvSpPr>
          <p:spPr>
            <a:xfrm>
              <a:off x="1914286" y="387427"/>
              <a:ext cx="1356260" cy="495046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 smtClean="0">
                  <a:solidFill>
                    <a:schemeClr val="tx1"/>
                  </a:solidFill>
                </a:rPr>
                <a:t>Top Stream</a:t>
              </a:r>
              <a:endParaRPr lang="en-US" sz="1200" dirty="0">
                <a:solidFill>
                  <a:schemeClr val="tx1"/>
                </a:solidFill>
              </a:endParaRPr>
            </a:p>
          </p:txBody>
        </p:sp>
        <p:sp>
          <p:nvSpPr>
            <p:cNvPr id="12" name="Oval 11"/>
            <p:cNvSpPr/>
            <p:nvPr/>
          </p:nvSpPr>
          <p:spPr>
            <a:xfrm>
              <a:off x="539905" y="1169216"/>
              <a:ext cx="1139276" cy="495046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 smtClean="0">
                  <a:solidFill>
                    <a:schemeClr val="tx1"/>
                  </a:solidFill>
                </a:rPr>
                <a:t>Sports</a:t>
              </a:r>
              <a:endParaRPr lang="en-US" sz="1200" dirty="0">
                <a:solidFill>
                  <a:schemeClr val="tx1"/>
                </a:solidFill>
              </a:endParaRPr>
            </a:p>
          </p:txBody>
        </p:sp>
        <p:sp>
          <p:nvSpPr>
            <p:cNvPr id="13" name="Oval 12"/>
            <p:cNvSpPr/>
            <p:nvPr/>
          </p:nvSpPr>
          <p:spPr>
            <a:xfrm>
              <a:off x="3597187" y="1169216"/>
              <a:ext cx="1139276" cy="495046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 smtClean="0">
                  <a:solidFill>
                    <a:schemeClr val="tx1"/>
                  </a:solidFill>
                </a:rPr>
                <a:t>News</a:t>
              </a:r>
              <a:endParaRPr lang="en-US" sz="1200" dirty="0">
                <a:solidFill>
                  <a:schemeClr val="tx1"/>
                </a:solidFill>
              </a:endParaRPr>
            </a:p>
          </p:txBody>
        </p:sp>
        <p:sp>
          <p:nvSpPr>
            <p:cNvPr id="14" name="Oval 13"/>
            <p:cNvSpPr/>
            <p:nvPr/>
          </p:nvSpPr>
          <p:spPr>
            <a:xfrm>
              <a:off x="2023943" y="1169216"/>
              <a:ext cx="1139276" cy="495046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 smtClean="0">
                  <a:solidFill>
                    <a:schemeClr val="tx1"/>
                  </a:solidFill>
                </a:rPr>
                <a:t>Finance</a:t>
              </a:r>
              <a:endParaRPr lang="en-US" sz="1200" dirty="0">
                <a:solidFill>
                  <a:schemeClr val="tx1"/>
                </a:solidFill>
              </a:endParaRPr>
            </a:p>
          </p:txBody>
        </p:sp>
        <p:sp>
          <p:nvSpPr>
            <p:cNvPr id="15" name="Oval 14"/>
            <p:cNvSpPr/>
            <p:nvPr/>
          </p:nvSpPr>
          <p:spPr>
            <a:xfrm>
              <a:off x="655755" y="2467575"/>
              <a:ext cx="722038" cy="495046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 smtClean="0">
                  <a:solidFill>
                    <a:schemeClr val="tx1"/>
                  </a:solidFill>
                </a:rPr>
                <a:t>NFL</a:t>
              </a:r>
              <a:endParaRPr lang="en-US" sz="1200" dirty="0">
                <a:solidFill>
                  <a:schemeClr val="tx1"/>
                </a:solidFill>
              </a:endParaRPr>
            </a:p>
          </p:txBody>
        </p:sp>
        <p:sp>
          <p:nvSpPr>
            <p:cNvPr id="18" name="Oval 17"/>
            <p:cNvSpPr/>
            <p:nvPr/>
          </p:nvSpPr>
          <p:spPr>
            <a:xfrm>
              <a:off x="107640" y="1846854"/>
              <a:ext cx="722038" cy="495046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 smtClean="0">
                  <a:solidFill>
                    <a:schemeClr val="tx1"/>
                  </a:solidFill>
                </a:rPr>
                <a:t>NBA</a:t>
              </a:r>
              <a:endParaRPr lang="en-US" sz="1200" dirty="0">
                <a:solidFill>
                  <a:schemeClr val="tx1"/>
                </a:solidFill>
              </a:endParaRPr>
            </a:p>
          </p:txBody>
        </p:sp>
        <p:sp>
          <p:nvSpPr>
            <p:cNvPr id="19" name="Oval 18"/>
            <p:cNvSpPr/>
            <p:nvPr/>
          </p:nvSpPr>
          <p:spPr>
            <a:xfrm>
              <a:off x="4521185" y="1874592"/>
              <a:ext cx="722038" cy="495046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 smtClean="0">
                  <a:solidFill>
                    <a:schemeClr val="tx1"/>
                  </a:solidFill>
                </a:rPr>
                <a:t>Local</a:t>
              </a:r>
              <a:endParaRPr lang="en-US" sz="1200" dirty="0">
                <a:solidFill>
                  <a:schemeClr val="tx1"/>
                </a:solidFill>
              </a:endParaRPr>
            </a:p>
          </p:txBody>
        </p:sp>
        <p:sp>
          <p:nvSpPr>
            <p:cNvPr id="20" name="Oval 19"/>
            <p:cNvSpPr/>
            <p:nvPr/>
          </p:nvSpPr>
          <p:spPr>
            <a:xfrm>
              <a:off x="1237008" y="1880511"/>
              <a:ext cx="722038" cy="495046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 smtClean="0">
                  <a:solidFill>
                    <a:schemeClr val="tx1"/>
                  </a:solidFill>
                </a:rPr>
                <a:t>MLB</a:t>
              </a:r>
            </a:p>
          </p:txBody>
        </p:sp>
        <p:sp>
          <p:nvSpPr>
            <p:cNvPr id="21" name="Oval 20"/>
            <p:cNvSpPr/>
            <p:nvPr/>
          </p:nvSpPr>
          <p:spPr>
            <a:xfrm>
              <a:off x="3257853" y="1853068"/>
              <a:ext cx="722038" cy="495046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900" dirty="0" smtClean="0">
                  <a:solidFill>
                    <a:schemeClr val="tx1"/>
                  </a:solidFill>
                </a:rPr>
                <a:t>World</a:t>
              </a:r>
              <a:endParaRPr lang="en-US" sz="900" dirty="0">
                <a:solidFill>
                  <a:schemeClr val="tx1"/>
                </a:solidFill>
              </a:endParaRPr>
            </a:p>
          </p:txBody>
        </p:sp>
        <p:sp>
          <p:nvSpPr>
            <p:cNvPr id="22" name="Oval 21"/>
            <p:cNvSpPr/>
            <p:nvPr/>
          </p:nvSpPr>
          <p:spPr>
            <a:xfrm>
              <a:off x="3885257" y="2278702"/>
              <a:ext cx="722038" cy="495046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900" dirty="0" smtClean="0">
                  <a:solidFill>
                    <a:schemeClr val="tx1"/>
                  </a:solidFill>
                </a:rPr>
                <a:t>US</a:t>
              </a:r>
              <a:endParaRPr lang="en-US" sz="900" dirty="0">
                <a:solidFill>
                  <a:schemeClr val="tx1"/>
                </a:solidFill>
              </a:endParaRPr>
            </a:p>
          </p:txBody>
        </p:sp>
        <p:sp>
          <p:nvSpPr>
            <p:cNvPr id="23" name="Oval 22"/>
            <p:cNvSpPr/>
            <p:nvPr/>
          </p:nvSpPr>
          <p:spPr>
            <a:xfrm>
              <a:off x="1553267" y="2590800"/>
              <a:ext cx="722038" cy="27186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dirty="0" smtClean="0">
                  <a:solidFill>
                    <a:schemeClr val="tx1"/>
                  </a:solidFill>
                </a:rPr>
                <a:t>Taxes</a:t>
              </a:r>
              <a:endParaRPr lang="en-US" sz="1000" dirty="0">
                <a:solidFill>
                  <a:schemeClr val="tx1"/>
                </a:solidFill>
              </a:endParaRPr>
            </a:p>
          </p:txBody>
        </p:sp>
        <p:sp>
          <p:nvSpPr>
            <p:cNvPr id="24" name="Oval 23"/>
            <p:cNvSpPr/>
            <p:nvPr/>
          </p:nvSpPr>
          <p:spPr>
            <a:xfrm>
              <a:off x="2121984" y="2238405"/>
              <a:ext cx="1033656" cy="4572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900" dirty="0" smtClean="0">
                  <a:solidFill>
                    <a:schemeClr val="tx1"/>
                  </a:solidFill>
                </a:rPr>
                <a:t>Companies</a:t>
              </a:r>
              <a:endParaRPr lang="en-US" sz="900" dirty="0">
                <a:solidFill>
                  <a:schemeClr val="tx1"/>
                </a:solidFill>
              </a:endParaRPr>
            </a:p>
          </p:txBody>
        </p:sp>
        <p:sp>
          <p:nvSpPr>
            <p:cNvPr id="25" name="Oval 24"/>
            <p:cNvSpPr/>
            <p:nvPr/>
          </p:nvSpPr>
          <p:spPr>
            <a:xfrm>
              <a:off x="2906274" y="2590800"/>
              <a:ext cx="892871" cy="37182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 smtClean="0">
                  <a:solidFill>
                    <a:schemeClr val="tx1"/>
                  </a:solidFill>
                </a:rPr>
                <a:t>Markets</a:t>
              </a:r>
              <a:endParaRPr lang="en-US" sz="800" dirty="0">
                <a:solidFill>
                  <a:schemeClr val="tx1"/>
                </a:solidFill>
              </a:endParaRPr>
            </a:p>
          </p:txBody>
        </p:sp>
        <p:cxnSp>
          <p:nvCxnSpPr>
            <p:cNvPr id="30" name="Straight Connector 29"/>
            <p:cNvCxnSpPr>
              <a:stCxn id="5" idx="4"/>
              <a:endCxn id="12" idx="0"/>
            </p:cNvCxnSpPr>
            <p:nvPr/>
          </p:nvCxnSpPr>
          <p:spPr>
            <a:xfrm flipH="1">
              <a:off x="1109543" y="882473"/>
              <a:ext cx="1482873" cy="28674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>
              <a:stCxn id="5" idx="4"/>
              <a:endCxn id="14" idx="0"/>
            </p:cNvCxnSpPr>
            <p:nvPr/>
          </p:nvCxnSpPr>
          <p:spPr>
            <a:xfrm>
              <a:off x="2592416" y="882473"/>
              <a:ext cx="1165" cy="28674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/>
            <p:cNvCxnSpPr>
              <a:stCxn id="14" idx="4"/>
              <a:endCxn id="25" idx="0"/>
            </p:cNvCxnSpPr>
            <p:nvPr/>
          </p:nvCxnSpPr>
          <p:spPr>
            <a:xfrm>
              <a:off x="2593581" y="1664262"/>
              <a:ext cx="759129" cy="92653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/>
            <p:cNvCxnSpPr>
              <a:stCxn id="14" idx="4"/>
              <a:endCxn id="23" idx="0"/>
            </p:cNvCxnSpPr>
            <p:nvPr/>
          </p:nvCxnSpPr>
          <p:spPr>
            <a:xfrm flipH="1">
              <a:off x="1914286" y="1664262"/>
              <a:ext cx="679295" cy="92653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/>
            <p:cNvCxnSpPr>
              <a:stCxn id="14" idx="4"/>
              <a:endCxn id="24" idx="0"/>
            </p:cNvCxnSpPr>
            <p:nvPr/>
          </p:nvCxnSpPr>
          <p:spPr>
            <a:xfrm>
              <a:off x="2593581" y="1664262"/>
              <a:ext cx="45231" cy="57414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/>
            <p:cNvCxnSpPr>
              <a:stCxn id="12" idx="4"/>
              <a:endCxn id="18" idx="0"/>
            </p:cNvCxnSpPr>
            <p:nvPr/>
          </p:nvCxnSpPr>
          <p:spPr>
            <a:xfrm flipH="1">
              <a:off x="468659" y="1664262"/>
              <a:ext cx="640884" cy="18259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/>
            <p:cNvCxnSpPr>
              <a:stCxn id="12" idx="4"/>
              <a:endCxn id="15" idx="0"/>
            </p:cNvCxnSpPr>
            <p:nvPr/>
          </p:nvCxnSpPr>
          <p:spPr>
            <a:xfrm flipH="1">
              <a:off x="1016774" y="1664262"/>
              <a:ext cx="92769" cy="80331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/>
            <p:cNvCxnSpPr>
              <a:stCxn id="12" idx="4"/>
              <a:endCxn id="20" idx="0"/>
            </p:cNvCxnSpPr>
            <p:nvPr/>
          </p:nvCxnSpPr>
          <p:spPr>
            <a:xfrm>
              <a:off x="1109543" y="1664262"/>
              <a:ext cx="488484" cy="216249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/>
            <p:cNvCxnSpPr>
              <a:stCxn id="5" idx="4"/>
            </p:cNvCxnSpPr>
            <p:nvPr/>
          </p:nvCxnSpPr>
          <p:spPr>
            <a:xfrm>
              <a:off x="2592416" y="882473"/>
              <a:ext cx="1387475" cy="28674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/>
            <p:cNvCxnSpPr>
              <a:stCxn id="13" idx="4"/>
              <a:endCxn id="21" idx="0"/>
            </p:cNvCxnSpPr>
            <p:nvPr/>
          </p:nvCxnSpPr>
          <p:spPr>
            <a:xfrm flipH="1">
              <a:off x="3618872" y="1664262"/>
              <a:ext cx="547953" cy="18880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/>
            <p:cNvCxnSpPr>
              <a:stCxn id="13" idx="4"/>
              <a:endCxn id="22" idx="0"/>
            </p:cNvCxnSpPr>
            <p:nvPr/>
          </p:nvCxnSpPr>
          <p:spPr>
            <a:xfrm>
              <a:off x="4166825" y="1664262"/>
              <a:ext cx="79451" cy="61444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/>
            <p:cNvCxnSpPr>
              <a:stCxn id="13" idx="4"/>
              <a:endCxn id="19" idx="0"/>
            </p:cNvCxnSpPr>
            <p:nvPr/>
          </p:nvCxnSpPr>
          <p:spPr>
            <a:xfrm>
              <a:off x="4166825" y="1664262"/>
              <a:ext cx="715379" cy="21033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5" name="Can 54"/>
            <p:cNvSpPr/>
            <p:nvPr/>
          </p:nvSpPr>
          <p:spPr>
            <a:xfrm>
              <a:off x="6006299" y="387426"/>
              <a:ext cx="2540299" cy="2854967"/>
            </a:xfrm>
            <a:prstGeom prst="can">
              <a:avLst>
                <a:gd name="adj" fmla="val 11519"/>
              </a:avLst>
            </a:prstGeom>
            <a:no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342900" indent="-342900">
                <a:buFont typeface="+mj-lt"/>
                <a:buAutoNum type="arabicPeriod"/>
              </a:pPr>
              <a:endParaRPr lang="en-US" sz="1100" dirty="0" smtClean="0">
                <a:solidFill>
                  <a:schemeClr val="tx1"/>
                </a:solidFill>
              </a:endParaRPr>
            </a:p>
            <a:p>
              <a:pPr marL="342900" indent="-342900">
                <a:buFont typeface="+mj-lt"/>
                <a:buAutoNum type="arabicPeriod"/>
              </a:pPr>
              <a:endParaRPr lang="en-US" sz="1100" dirty="0" smtClean="0">
                <a:solidFill>
                  <a:schemeClr val="tx1"/>
                </a:solidFill>
              </a:endParaRPr>
            </a:p>
            <a:p>
              <a:pPr marL="342900" indent="-342900">
                <a:buFont typeface="+mj-lt"/>
                <a:buAutoNum type="arabicPeriod"/>
              </a:pPr>
              <a:r>
                <a:rPr lang="en-US" sz="1100" dirty="0" smtClean="0">
                  <a:solidFill>
                    <a:schemeClr val="tx1"/>
                  </a:solidFill>
                </a:rPr>
                <a:t>Super-bowl </a:t>
              </a:r>
              <a:r>
                <a:rPr lang="en-US" sz="1100" dirty="0" smtClean="0">
                  <a:solidFill>
                    <a:schemeClr val="tx1"/>
                  </a:solidFill>
                </a:rPr>
                <a:t>champion honored at white house</a:t>
              </a:r>
            </a:p>
            <a:p>
              <a:pPr marL="342900" indent="-342900">
                <a:buFont typeface="+mj-lt"/>
                <a:buAutoNum type="arabicPeriod"/>
              </a:pPr>
              <a:r>
                <a:rPr lang="en-US" sz="1100" dirty="0" smtClean="0">
                  <a:solidFill>
                    <a:schemeClr val="tx1"/>
                  </a:solidFill>
                </a:rPr>
                <a:t>Dow dips to worst day in five weeks</a:t>
              </a:r>
            </a:p>
            <a:p>
              <a:pPr marL="342900" indent="-342900">
                <a:buFont typeface="+mj-lt"/>
                <a:buAutoNum type="arabicPeriod"/>
              </a:pPr>
              <a:r>
                <a:rPr lang="en-US" sz="1100" dirty="0" smtClean="0">
                  <a:solidFill>
                    <a:schemeClr val="tx1"/>
                  </a:solidFill>
                </a:rPr>
                <a:t>Target faces identity crisis</a:t>
              </a:r>
            </a:p>
            <a:p>
              <a:pPr marL="342900" indent="-342900">
                <a:buFont typeface="+mj-lt"/>
                <a:buAutoNum type="arabicPeriod"/>
              </a:pPr>
              <a:r>
                <a:rPr lang="en-US" sz="1100" dirty="0" smtClean="0">
                  <a:solidFill>
                    <a:schemeClr val="tx1"/>
                  </a:solidFill>
                </a:rPr>
                <a:t>Talks to end Thailand crisis inconclusive</a:t>
              </a:r>
            </a:p>
            <a:p>
              <a:pPr marL="342900" indent="-342900">
                <a:buFont typeface="+mj-lt"/>
                <a:buAutoNum type="arabicPeriod"/>
              </a:pPr>
              <a:r>
                <a:rPr lang="en-US" sz="1100" dirty="0" smtClean="0">
                  <a:solidFill>
                    <a:schemeClr val="tx1"/>
                  </a:solidFill>
                </a:rPr>
                <a:t>Special Olympics kicks off in </a:t>
              </a:r>
              <a:r>
                <a:rPr lang="en-US" sz="1100" dirty="0" smtClean="0">
                  <a:solidFill>
                    <a:schemeClr val="tx1"/>
                  </a:solidFill>
                </a:rPr>
                <a:t>June</a:t>
              </a:r>
            </a:p>
            <a:p>
              <a:pPr marL="342900" indent="-342900">
                <a:buFont typeface="+mj-lt"/>
                <a:buAutoNum type="arabicPeriod"/>
              </a:pPr>
              <a:r>
                <a:rPr lang="en-US" sz="1100" dirty="0">
                  <a:solidFill>
                    <a:schemeClr val="tx1"/>
                  </a:solidFill>
                </a:rPr>
                <a:t>Bryant wants say in picking new coach</a:t>
              </a:r>
              <a:endParaRPr lang="en-US" sz="1100" dirty="0" smtClean="0">
                <a:solidFill>
                  <a:schemeClr val="tx1"/>
                </a:solidFill>
              </a:endParaRPr>
            </a:p>
            <a:p>
              <a:pPr marL="342900" indent="-342900">
                <a:buFont typeface="+mj-lt"/>
                <a:buAutoNum type="arabicPeriod"/>
              </a:pPr>
              <a:endParaRPr lang="en-US" dirty="0" smtClean="0">
                <a:solidFill>
                  <a:schemeClr val="tx1"/>
                </a:solidFill>
              </a:endParaRPr>
            </a:p>
            <a:p>
              <a:pPr marL="342900" indent="-342900">
                <a:buFont typeface="+mj-lt"/>
                <a:buAutoNum type="arabicPeriod"/>
              </a:pPr>
              <a:endParaRPr lang="en-US" dirty="0" smtClean="0">
                <a:solidFill>
                  <a:schemeClr val="tx1"/>
                </a:solidFill>
              </a:endParaRPr>
            </a:p>
          </p:txBody>
        </p:sp>
        <p:cxnSp>
          <p:nvCxnSpPr>
            <p:cNvPr id="59" name="Curved Connector 58"/>
            <p:cNvCxnSpPr>
              <a:endCxn id="15" idx="4"/>
            </p:cNvCxnSpPr>
            <p:nvPr/>
          </p:nvCxnSpPr>
          <p:spPr>
            <a:xfrm rot="10800000" flipV="1">
              <a:off x="1016775" y="1013247"/>
              <a:ext cx="4989525" cy="1949373"/>
            </a:xfrm>
            <a:prstGeom prst="curvedConnector4">
              <a:avLst>
                <a:gd name="adj1" fmla="val 7387"/>
                <a:gd name="adj2" fmla="val 111727"/>
              </a:avLst>
            </a:prstGeom>
            <a:ln>
              <a:solidFill>
                <a:schemeClr val="tx2"/>
              </a:solidFill>
              <a:prstDash val="sysDash"/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Curved Connector 79"/>
            <p:cNvCxnSpPr>
              <a:endCxn id="25" idx="4"/>
            </p:cNvCxnSpPr>
            <p:nvPr/>
          </p:nvCxnSpPr>
          <p:spPr>
            <a:xfrm rot="10800000" flipV="1">
              <a:off x="3352711" y="1364507"/>
              <a:ext cx="2653591" cy="1598114"/>
            </a:xfrm>
            <a:prstGeom prst="curvedConnector4">
              <a:avLst>
                <a:gd name="adj1" fmla="val 26312"/>
                <a:gd name="adj2" fmla="val 119376"/>
              </a:avLst>
            </a:prstGeom>
            <a:ln>
              <a:solidFill>
                <a:schemeClr val="accent3"/>
              </a:solidFill>
              <a:prstDash val="lgDash"/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Curved Connector 81"/>
            <p:cNvCxnSpPr>
              <a:endCxn id="24" idx="4"/>
            </p:cNvCxnSpPr>
            <p:nvPr/>
          </p:nvCxnSpPr>
          <p:spPr>
            <a:xfrm rot="10800000" flipV="1">
              <a:off x="2638813" y="1747359"/>
              <a:ext cx="3367489" cy="948246"/>
            </a:xfrm>
            <a:prstGeom prst="curvedConnector4">
              <a:avLst>
                <a:gd name="adj1" fmla="val 21462"/>
                <a:gd name="adj2" fmla="val 141205"/>
              </a:avLst>
            </a:prstGeom>
            <a:ln>
              <a:solidFill>
                <a:schemeClr val="bg2">
                  <a:lumMod val="50000"/>
                </a:schemeClr>
              </a:solidFill>
              <a:prstDash val="lgDashDot"/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Curved Connector 87"/>
            <p:cNvCxnSpPr>
              <a:endCxn id="21" idx="4"/>
            </p:cNvCxnSpPr>
            <p:nvPr/>
          </p:nvCxnSpPr>
          <p:spPr>
            <a:xfrm rot="10800000" flipV="1">
              <a:off x="3618873" y="1880510"/>
              <a:ext cx="2387427" cy="467603"/>
            </a:xfrm>
            <a:prstGeom prst="curvedConnector4">
              <a:avLst>
                <a:gd name="adj1" fmla="val 27158"/>
                <a:gd name="adj2" fmla="val 209561"/>
              </a:avLst>
            </a:prstGeom>
            <a:ln>
              <a:solidFill>
                <a:schemeClr val="accent6">
                  <a:lumMod val="75000"/>
                </a:schemeClr>
              </a:solidFill>
              <a:prstDash val="lgDashDotDot"/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Curved Connector 91"/>
            <p:cNvCxnSpPr>
              <a:endCxn id="12" idx="0"/>
            </p:cNvCxnSpPr>
            <p:nvPr/>
          </p:nvCxnSpPr>
          <p:spPr>
            <a:xfrm rot="10800000">
              <a:off x="1109544" y="1169217"/>
              <a:ext cx="4896757" cy="1069189"/>
            </a:xfrm>
            <a:prstGeom prst="curvedConnector4">
              <a:avLst>
                <a:gd name="adj1" fmla="val 16039"/>
                <a:gd name="adj2" fmla="val 185823"/>
              </a:avLst>
            </a:prstGeom>
            <a:ln>
              <a:solidFill>
                <a:srgbClr val="FF0000"/>
              </a:solidFill>
              <a:prstDash val="dash"/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5" name="Oval 114"/>
            <p:cNvSpPr/>
            <p:nvPr/>
          </p:nvSpPr>
          <p:spPr>
            <a:xfrm>
              <a:off x="6870395" y="2684235"/>
              <a:ext cx="64584" cy="45719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16" name="Oval 115"/>
            <p:cNvSpPr/>
            <p:nvPr/>
          </p:nvSpPr>
          <p:spPr>
            <a:xfrm>
              <a:off x="6872099" y="2850145"/>
              <a:ext cx="64584" cy="45719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17" name="Oval 116"/>
            <p:cNvSpPr/>
            <p:nvPr/>
          </p:nvSpPr>
          <p:spPr>
            <a:xfrm>
              <a:off x="6873803" y="2993802"/>
              <a:ext cx="64584" cy="45719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" name="Oval 1"/>
            <p:cNvSpPr/>
            <p:nvPr/>
          </p:nvSpPr>
          <p:spPr>
            <a:xfrm>
              <a:off x="107640" y="2862661"/>
              <a:ext cx="722038" cy="379732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 smtClean="0">
                  <a:solidFill>
                    <a:schemeClr val="tx1"/>
                  </a:solidFill>
                </a:rPr>
                <a:t>Kobe Bryant</a:t>
              </a:r>
              <a:endParaRPr lang="en-US" sz="800" dirty="0">
                <a:solidFill>
                  <a:schemeClr val="tx1"/>
                </a:solidFill>
              </a:endParaRPr>
            </a:p>
          </p:txBody>
        </p:sp>
        <p:cxnSp>
          <p:nvCxnSpPr>
            <p:cNvPr id="7" name="Straight Connector 6"/>
            <p:cNvCxnSpPr>
              <a:stCxn id="18" idx="4"/>
              <a:endCxn id="2" idx="0"/>
            </p:cNvCxnSpPr>
            <p:nvPr/>
          </p:nvCxnSpPr>
          <p:spPr>
            <a:xfrm>
              <a:off x="468659" y="2341900"/>
              <a:ext cx="0" cy="520761"/>
            </a:xfrm>
            <a:prstGeom prst="line">
              <a:avLst/>
            </a:prstGeom>
            <a:ln>
              <a:solidFill>
                <a:schemeClr val="tx1"/>
              </a:solidFill>
              <a:prstDash val="solid"/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Curved Connector 26"/>
            <p:cNvCxnSpPr>
              <a:endCxn id="2" idx="4"/>
            </p:cNvCxnSpPr>
            <p:nvPr/>
          </p:nvCxnSpPr>
          <p:spPr>
            <a:xfrm rot="10800000" flipV="1">
              <a:off x="468659" y="2375557"/>
              <a:ext cx="5537640" cy="866836"/>
            </a:xfrm>
            <a:prstGeom prst="curvedConnector4">
              <a:avLst>
                <a:gd name="adj1" fmla="val 15020"/>
                <a:gd name="adj2" fmla="val 126372"/>
              </a:avLst>
            </a:prstGeom>
            <a:ln>
              <a:solidFill>
                <a:schemeClr val="tx1">
                  <a:lumMod val="85000"/>
                  <a:lumOff val="15000"/>
                </a:schemeClr>
              </a:solidFill>
              <a:prstDash val="sysDot"/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6810347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>
          <a:solidFill>
            <a:schemeClr val="tx1"/>
          </a:solidFill>
        </a:ln>
      </a:spPr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  <a:prstDash val="dash"/>
          <a:tailEnd type="arrow"/>
        </a:ln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17079</TotalTime>
  <Words>55</Words>
  <Application>Microsoft Macintosh PowerPoint</Application>
  <PresentationFormat>On-screen Show (4:3)</PresentationFormat>
  <Paragraphs>22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PowerPoint Presentation</vt:lpstr>
    </vt:vector>
  </TitlesOfParts>
  <Company>Yahoo!, Inc.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Yunjiang Jiang</dc:creator>
  <cp:lastModifiedBy>Yunjiang Jiang</cp:lastModifiedBy>
  <cp:revision>11</cp:revision>
  <dcterms:created xsi:type="dcterms:W3CDTF">2014-05-21T23:41:11Z</dcterms:created>
  <dcterms:modified xsi:type="dcterms:W3CDTF">2014-06-03T15:09:30Z</dcterms:modified>
</cp:coreProperties>
</file>